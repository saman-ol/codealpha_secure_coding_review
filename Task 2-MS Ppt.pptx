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Phishing Awareness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4333" y="1091640"/>
            <a:ext cx="3351495" cy="21544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EBEBEB"/>
                </a:solidFill>
              </a:defRPr>
            </a:pPr>
            <a:r>
              <a:rPr sz="3600" b="1" dirty="0" err="1">
                <a:latin typeface="Abadi ExtraLight" panose="020F0502020204030204" pitchFamily="34" charset="0"/>
              </a:rPr>
              <a:t>CodeAlpha</a:t>
            </a:r>
            <a:r>
              <a:rPr sz="3600" b="1" dirty="0">
                <a:latin typeface="Abadi ExtraLight" panose="020F0502020204030204" pitchFamily="34" charset="0"/>
              </a:rPr>
              <a:t> </a:t>
            </a:r>
            <a:endParaRPr lang="en-US" sz="3600" b="1" dirty="0">
              <a:latin typeface="Abadi ExtraLight" panose="020F0502020204030204" pitchFamily="34" charset="0"/>
            </a:endParaRPr>
          </a:p>
          <a:p>
            <a:pPr algn="ctr">
              <a:defRPr sz="2200">
                <a:solidFill>
                  <a:srgbClr val="EBEBEB"/>
                </a:solidFill>
              </a:defRPr>
            </a:pPr>
            <a:r>
              <a:rPr sz="3200" b="1" dirty="0">
                <a:latin typeface="Abadi ExtraLight" panose="020F0502020204030204" pitchFamily="34" charset="0"/>
              </a:rPr>
              <a:t>Task 2 </a:t>
            </a:r>
            <a:endParaRPr lang="en-US" sz="3200" b="1" dirty="0">
              <a:latin typeface="Abadi ExtraLight" panose="020F0502020204030204" pitchFamily="34" charset="0"/>
            </a:endParaRPr>
          </a:p>
          <a:p>
            <a:pPr>
              <a:defRPr sz="2200">
                <a:solidFill>
                  <a:srgbClr val="EBEBEB"/>
                </a:solidFill>
              </a:defRPr>
            </a:pPr>
            <a:r>
              <a:rPr dirty="0"/>
              <a:t>Prepared by:</a:t>
            </a:r>
            <a:endParaRPr lang="en-US" dirty="0"/>
          </a:p>
          <a:p>
            <a:pPr>
              <a:defRPr sz="2200">
                <a:solidFill>
                  <a:srgbClr val="EBEBEB"/>
                </a:solidFill>
              </a:defRPr>
            </a:pPr>
            <a:r>
              <a:rPr lang="en-US" dirty="0"/>
              <a:t>Syed</a:t>
            </a:r>
            <a:r>
              <a:rPr dirty="0"/>
              <a:t> Wajih</a:t>
            </a:r>
            <a:r>
              <a:rPr lang="en-US" dirty="0"/>
              <a:t> Ul Hassan Naqvi</a:t>
            </a:r>
          </a:p>
          <a:p>
            <a:pPr algn="ctr">
              <a:defRPr sz="2200">
                <a:solidFill>
                  <a:srgbClr val="EBEBEB"/>
                </a:solidFill>
              </a:defRPr>
            </a:pPr>
            <a:r>
              <a:rPr lang="en-US" dirty="0"/>
              <a:t>ID: CA/DF1/92245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BEBEB"/>
                </a:solidFill>
              </a:defRPr>
            </a:pPr>
            <a:r>
              <a:t>• What is phishing?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• Types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• Recognizing phishing emails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• Fake websites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• Social engineering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• Best practices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•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Phishing?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944" y="826025"/>
            <a:ext cx="741158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BEBEB"/>
                </a:solidFill>
              </a:defRPr>
            </a:pPr>
            <a:r>
              <a:t>Phishing is a social engineering attack that tricks users into revealing passwords, banking details or other sensitive information through deceptive emails, messages or websites.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Types of Phishing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BEBEB"/>
                </a:solidFill>
              </a:defRPr>
            </a:pPr>
            <a:r>
              <a:t>• Email Phishing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• Spear Phishing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• Whaling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• Smishing (SMS)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• Vishing (Voice Calls)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• Clone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to Recognize Phishing Emails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BEBEB"/>
                </a:solidFill>
              </a:defRPr>
            </a:pPr>
            <a:r>
              <a:t>• Suspicious sender address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• Urgent requests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• Grammar mistakes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• Unexpected attachments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• Hover over links before clicking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• Requests for passwords or OTPs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Fake Websites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BEBEB"/>
                </a:solidFill>
              </a:defRPr>
            </a:pPr>
            <a:r>
              <a:t>Compare the URL carefully.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✔ HTTPS and valid domain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✖ Misspelled domains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✖ Fake login pages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✖ Unexpected pop-ups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Social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641" y="937550"/>
            <a:ext cx="830830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BEBEB"/>
                </a:solidFill>
              </a:defRPr>
            </a:pPr>
            <a:r>
              <a:rPr dirty="0"/>
              <a:t>Attackers manipulate trust using impersonation, fear, urgency, curiosity and authority to convince victims to disclose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Real-World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83586"/>
            <a:ext cx="747336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BEBEB"/>
                </a:solidFill>
              </a:defRPr>
            </a:pPr>
            <a:r>
              <a:t>Example: An email claiming your bank account is locked asks you to 'verify' your account through a fake login page. Always visit the official website directly instead of clicking email links.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BEBEB"/>
                </a:solidFill>
              </a:defRPr>
            </a:pPr>
            <a:r>
              <a:t>• Enable Multi-Factor Authentication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• Use strong unique passwords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• Keep software updated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• Verify unexpected requests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• Report suspicious emails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Interactive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BEBEB"/>
                </a:solidFill>
              </a:defRPr>
            </a:pPr>
            <a:r>
              <a:t>1. Should you trust urgent emails without verification? (No)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2. Is HTTPS alone proof a website is safe? (No)</a:t>
            </a:r>
          </a:p>
          <a:p>
            <a:pPr>
              <a:defRPr sz="2200">
                <a:solidFill>
                  <a:srgbClr val="EBEBEB"/>
                </a:solidFill>
              </a:defRPr>
            </a:pPr>
            <a:r>
              <a:t>3. Should you verify the sender before opening attachments? (Yes)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37549"/>
            <a:ext cx="90606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BEBEB"/>
                </a:solidFill>
              </a:defRPr>
            </a:pPr>
            <a:r>
              <a:t>Cyber awareness is the strongest defense. Think before you click, verify requests independently, and report phishing attempts promptly.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Slide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320</Words>
  <Application>Microsoft Office PowerPoint</Application>
  <PresentationFormat>Custom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Abadi ExtraLight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Syed Wajih</dc:creator>
  <cp:keywords/>
  <dc:description>generated using python-pptx</dc:description>
  <cp:lastModifiedBy>Syed Wajih</cp:lastModifiedBy>
  <cp:revision>2</cp:revision>
  <dcterms:created xsi:type="dcterms:W3CDTF">2013-01-27T09:14:16Z</dcterms:created>
  <dcterms:modified xsi:type="dcterms:W3CDTF">2026-06-26T16:34:22Z</dcterms:modified>
  <cp:category/>
</cp:coreProperties>
</file>